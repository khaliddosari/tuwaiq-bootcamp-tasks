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analysed the New York City Airbnb open dataset — 48,895 listings across the five boroughs, snapshot from 2019. My question was simple: what actually drives the price of a listing? Over the next few minutes I'll walk through the data quality problems I had to fix first, then what the cleaned data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one listing. Ten numeric columns, but two of them — id and host_id — are identifiers, so they carry no measurement meaning. There's no target variable; this is an unlabelled market snapshot, and price is the column you'd predict if you modelled it. Worth flagging early: one in five listings has never been reviewed, and the most recent review in the file is 8 July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distinct problems. The one I want to draw attention to is number two. Pandas' duplicated() returned zero, which makes the data look clean. It isn't — it just means no two rows are identical across all sixteen columns. When I defined a duplicate the way the business would, same host at the same coordinates offering the same room at the same price, 217 of them appeared.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problems, six decisions. The one I thought hardest about is the last. Listings with a 1,250-night minimum aren't data entry errors — the names say things like 'Not available'. Hosts are using minimum_nights as an improvised pause button. So I capped rather than deleted, because the value is telling me something real about host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column except availability carries heavy outliers. But an outlier is not the same as an error. A ten thousand dollar penthouse is a real listing. A host with 327 properties is a real business. I kept all of them and capped only minimum_nights, because that was the one where the value was logically impossible rather than merely extreme.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distribution leans right. That gap between the mean of 152 and the median of 105 is the whole story — quoting the average price overstates what a normal guest pays by nearly fifty dollars. The interesting exception is availability, which is bimodal: listings cluster at zero days and at 365. Hosts are either fully committed or basically inactive.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categorical columns are badly imbalanced. Entire homes and private rooms split the market almost evenly, while shared rooms are a rounding error at 2%. Geographically it's worse — Manhattan and Brooklyn together are 85% of supply, Staten Island is under 1%. The third chart shows these interact: Manhattan skews toward entire homes, the outer boroughs toward private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most interesting finding for me. I expected review volume or availability to move with price. They don't — every correlation with price is under 0.08 in absolute terms, which is effectively nothing. The scatter plots confirm it visually: no structure at all. Price in this market is not explained by how busy a listing is. It's explained by location and room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left, the price distribution — I capped the axis at a thousand dollars, otherwise a handful of ten-thousand-dollar listings compress everything else into a single bar. Most of the market is under two hundred. On the right, the same prices split by borough. Manhattan has both the highest median and the widest spread; the Bronx averages 88 dollars against Manhattan's 196.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 type produces the sharpest divide in the data. An entire home averages 211 dollars, a private room 90, a shared room 71. Guests pay roughly two and a half times over for not sharing the space. The right hand chart is a negative result but a useful one — number of reviews and availability are unrelated, so a busy listing is not a more open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221 neighbourhoods, but listings pile into a small number of them — Williamsburg and Bedford-Stuyvesant at the top. This matters practically: it's a high-cardinality imbalanced feature, so most neighbourhoods have too few listings to estimate a price from, and you'd want to group the long tail or fall back to borough.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Pulling it together. Location and room type set the price. The average is misleading and the median is the honest number. Activity metrics are not a pricing signal at all. And two structural findings: a fifth of listings have never been reviewed, and professional operators running hundreds of units now sit alongside the median host who runs exactly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recommendations, each traceable to a specific finding. The pricing tool drops the features that don't predict. The badge addresses the review gap. The pause toggle fixes a behaviour the data caught hosts improvising. Host acquisition addresses the geographic imbalance. And duplicate flagging closes the gap that let 217 rows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reflections. The duplicates were hardest because there was no key — I had to decide what 'the same listing' means. The judgement I'm most pleased with was not deleting the impossible minimum_nights values, because reading the listing names turned them from dirt into a finding about host behaviour. And I'd reorder the workflow: dedupe first, then audit missing values, so the percentages are measured once.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E8484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480560"/>
            <a:ext cx="2560320" cy="2560320"/>
          </a:xfrm>
          <a:prstGeom prst="ellipse">
            <a:avLst/>
          </a:prstGeom>
          <a:solidFill>
            <a:srgbClr val="1C7293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York City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Listings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48,895 listings say about how New York prices a bed for the night.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48,895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2064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6948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6948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Al Dosari  ·  Tuwaiq Bootcamp  ·  EDA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is one active listing, described by its host, its location, its price and its review history.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830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48,895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68096" y="2322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2424" y="157276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7830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93592" y="2322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listing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17830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19088" y="2322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never reviewed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43416" y="157276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44584" y="17830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Jul 2019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44584" y="2322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82112"/>
            <a:ext cx="5532120" cy="2999232"/>
          </a:xfrm>
          <a:prstGeom prst="roundRect">
            <a:avLst>
              <a:gd name="adj" fmla="val 243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364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712464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minimum_nights, number_of_reviews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reviews_per_month, calculated_host_listings_count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availability_365, latitude, longitude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host_id are identifiers, not measurements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138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variable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54498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unlabelled market dataset. If it were modelled, price would be the natural target.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182112"/>
            <a:ext cx="5285232" cy="2999232"/>
          </a:xfrm>
          <a:prstGeom prst="roundRect">
            <a:avLst>
              <a:gd name="adj" fmla="val 243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3364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71246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neighbourhood_group — the 5 boroughs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— 221 values, highly imbalanced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 — Entire home/apt, Private, Shared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host_name — free text, needed case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138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categorical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9400" y="54498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is free text — 47,720 unique values. last_review is a date, stored wrongly as text.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problems before any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trustworthy until each of these is found, understood and justified.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" y="2304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9,901 listings have no last_review and no reviews_per_month — 20.3%. name and host_name are missing a handful 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10512"/>
            <a:ext cx="384048" cy="384048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56632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duplicates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04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returned 0. But matching on host, rounded coordinates, room type, price and reviews exposed 217 near-duplicates.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572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10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14816" y="1819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2304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last_review was stored as text, so it could not be compared, sorted or ranged as a date.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58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096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values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" y="4590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listings priced at $0. A free listing is not a real offer.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858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096512"/>
            <a:ext cx="384048" cy="384048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56632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590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host_name held 11,453 spellings that collapsed to 11,429 once case and whitespace were normalised.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3858768"/>
            <a:ext cx="3547872" cy="2084832"/>
          </a:xfrm>
          <a:prstGeom prst="roundRect">
            <a:avLst>
              <a:gd name="adj" fmla="val 35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096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14816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30184" y="45902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 reaching 1,250 nights; prices up to $10,000; one host with 327 listings.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fix, and why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matters more than the method — each one is a judgement about what the data means.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5910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63824" y="159105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reviews_per_month →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591056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reviews means the rate genuinely is zero. last_review left missing — there is no honest date to invent.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3957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near-duplicates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3824" y="23957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most recently reviewed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395728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last_review and kept the first, so the surviving row carries the freshest information.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45536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" y="32004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last_review as 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63824" y="32004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datetime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200400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date comparison and range checks; unparsable values become NaT rather than silently wrong.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40050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prices of $0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63824" y="40050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Group-based median imputation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005072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back from exact coordinates, to neighbourhood, to borough, to room type — the closest honest comparison available.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754880"/>
            <a:ext cx="11073384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" y="48097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host names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63824" y="48097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and stripped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4809744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24 phantom hosts created purely by capitalisation.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561441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 up to 1,250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63824" y="56144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365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5614416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stay cannot exceed the availability window. Kept, not deleted — the value is a signal, not an error.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real, not wrong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and the IQR rule across all six measured columns.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786384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outliers_box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7644384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36192"/>
            <a:ext cx="3026664" cy="4443984"/>
          </a:xfrm>
          <a:prstGeom prst="roundRect">
            <a:avLst>
              <a:gd name="adj" fmla="val 24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51392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IQR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51392" y="21579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07040" y="21579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51392" y="26609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07040" y="26609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6,466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51392" y="31638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number_of_reviews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0" y="316382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6,021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51392" y="3666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reviews_per_month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0" y="366674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51392" y="41696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host_listings_count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07040" y="41696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51392" y="46725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0" y="46725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51392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minimum_nights was capped. The rest are genuine listings — New York really does contain $10,000 penthouses.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skewed right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six columns the mean sits above the median — a long tail of expensive, busy, professionalised listings.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786384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distributions_hist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7644384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36192"/>
            <a:ext cx="3026664" cy="4443984"/>
          </a:xfrm>
          <a:prstGeom prst="roundRect">
            <a:avLst>
              <a:gd name="adj" fmla="val 24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51392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$152.45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851392" y="2331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 — pulled up by the tail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51392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851392" y="34930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— what a typical New York listing actually costs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51392" y="4343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 is the exception: bimodal, clustering at 0 and at 365. Listings are either permanently open or effectively dormant.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concentrated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room types and two boroughs account for the overwhelming majority of supply.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4787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categorical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3328416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25112" y="1536192"/>
            <a:ext cx="354787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7" name="Image 1" descr="/tmp/claude-0/-home-user-Tuwaiq-Bootcamp/31d76967-b7b5-527c-bee1-8d14c00fddcd/scratchpad/plots/categorical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645920"/>
            <a:ext cx="3328416" cy="2980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83296" y="1536192"/>
            <a:ext cx="355701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9" name="Image 2" descr="/tmp/claude-0/-home-user-Tuwaiq-Bootcamp/31d76967-b7b5-527c-bee1-8d14c00fddcd/scratchpad/plots/categorical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3024" y="1645920"/>
            <a:ext cx="3337560" cy="29809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6928" y="4773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51.97%  ·  Private 45.68%  ·  Shared 2.35%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325112" y="4773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44.19%  ·  Brooklyn 41.21%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083296" y="477316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split within each borough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66928" y="5193792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22960" y="532180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and Brooklyn hold 85% of all listings, and shared rooms are barely 2% of supply. Any model trained on these columns inherits that imbalance — the minority classes have too few examples to learn from.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ignores the numbers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numeric feature correlates with price above 0.08 — the drivers are categorical.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relationships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3758184" cy="3529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536192"/>
            <a:ext cx="3401568" cy="37490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7" name="Image 1" descr="/tmp/claude-0/-home-user-Tuwaiq-Bootcamp/31d76967-b7b5-527c-bee1-8d14c00fddcd/scratchpad/plots/relationships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4608" y="1645920"/>
            <a:ext cx="3182112" cy="35295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1536192"/>
            <a:ext cx="3273552" cy="374904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9" name="Image 2" descr="/tmp/claude-0/-home-user-Tuwaiq-Bootcamp/31d76967-b7b5-527c-bee1-8d14c00fddcd/scratchpad/plots/relationships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76488" y="1645920"/>
            <a:ext cx="3054096" cy="35295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6928" y="5321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754880" y="53218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number of reviews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366760" y="53218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availability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66928" y="5852160"/>
            <a:ext cx="11073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activity and host behaviour tell you almost nothing about price. Where the listing is, and what kind of space it is, tell you almost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capped at $1,000 in the histogram so the luxury tail doesn't flatten the shape.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532120" cy="3968496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viz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5312664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36192"/>
            <a:ext cx="5330952" cy="3968496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7" name="Image 1" descr="/tmp/claude-0/-home-user-Tuwaiq-Bootcamp/31d76967-b7b5-527c-bee1-8d14c00fddcd/scratchpad/plots/viz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645920"/>
            <a:ext cx="5111496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55412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listings sit under $200, with a long right tail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554126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Manhattan: highest median and the widest spread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" y="5980176"/>
            <a:ext cx="11073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$196  ·  Brooklyn $125  ·  Staten Island $115  ·  Queens $100  ·  Bronx $88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guests pay a premium for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is the single sharpest price divide in the dataset.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532120" cy="3968496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viz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5312664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36192"/>
            <a:ext cx="5330952" cy="3968496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7" name="Image 1" descr="/tmp/claude-0/-home-user-Tuwaiq-Bootcamp/31d76967-b7b5-527c-bee1-8d14c00fddcd/scratchpad/plots/viz_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645920"/>
            <a:ext cx="5111496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55412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 $211  ·  Private $90  ·  Shared $71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554126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availability move independently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" y="5980176"/>
            <a:ext cx="11073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home costs roughly 2.4x a private room and 3x a shared room — the price of not sharing a front door.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clusters in a handful of places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neighbourhoods exist. Ten of them carry a disproportionate share of the market.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pic>
        <p:nvPicPr>
          <p:cNvPr id="5" name="Image 0" descr="/tmp/claude-0/-home-user-Tuwaiq-Bootcamp/31d76967-b7b5-527c-bee1-8d14c00fddcd/scratchpad/plots/viz_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45920"/>
            <a:ext cx="6729984" cy="4261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536192"/>
            <a:ext cx="3913632" cy="4480560"/>
          </a:xfrm>
          <a:prstGeom prst="roundRect">
            <a:avLst>
              <a:gd name="adj" fmla="val 186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7830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01000" y="2176272"/>
            <a:ext cx="33832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Williamsburg and Bedford-Stuyvesant alone dominate Brooklyn's supply.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is high-cardinality and heavily imbalanced — one-hot encoding it would create 221 mostly-empty columns.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221 neighbourhoods carry too few listings to support a reliable per-neighbourhood price estimate.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the long tail, or falling back to borough, is the practical fix.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the ten insights in the notebook.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beats everything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15184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averages $196 a night — double Brooklyn, more than double every other borough.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81144" y="2231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the product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2615184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home costs 2.4x a private room. Guests are buying exclusivity, not extra space.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627632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39328" y="2231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price is misleading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2615184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$152 against median $105. Quoting the mean overstates the typical stay by nearly a third.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41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443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doesn't set price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28032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correlation with price is under 0.08. Booking behaviour is not a pricing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5112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4041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81144" y="4443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of listings are invisible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81144" y="4828032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 have never been reviewed — a trust gap new hosts cannot close on their own.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83296" y="384048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4041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39328" y="4443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hosts have arrived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39328" y="4828032"/>
            <a:ext cx="3063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 runs 327 listings and Blueground 232, while the median host runs exactly one.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about 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recommendations, each tied directly to a finding above.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64792"/>
            <a:ext cx="457200" cy="457200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66420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location and room 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6420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host pricing guidance from borough and room type. Activity metrics add nothing — leaving them out makes the tool simpler and no less accurate.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6974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25968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new listings a way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596896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verified-host badge or new-listing surface would let the 20% with no reviews compete before organic reviews arrive.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30168"/>
            <a:ext cx="457200" cy="457200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35295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real pause button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529584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already fake one with 500-night minimums. A native snooze toggle would clean the data and better serve the host.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56285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81328" y="44622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outside the core two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4462272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Island and the Bronx are barely represented. Targeted host acquisition there diversifies inventory and reduces dependence on Manhattan.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303520"/>
            <a:ext cx="11073384" cy="841248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01600" dist="12700" dir="5400000">
              <a:srgbClr val="8894A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495544"/>
            <a:ext cx="457200" cy="457200"/>
          </a:xfrm>
          <a:prstGeom prst="ellipse">
            <a:avLst/>
          </a:prstGeom>
          <a:solidFill>
            <a:srgbClr val="E8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81328" y="5394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duplicates at creation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5394960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near-duplicates slipped past an exact-match check. A soft warning at listing time keeps inventory counts honest.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1C7293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TOOK 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is the argument,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output.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75888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217 near-duplicates. There was no shared key to group on, so I had to define what "the same listing" means before I could find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32918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judgement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3675888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deleting the absurd minimum_nights values. Reading the listing names showed hosts using the field as a pause button — that is a finding, not dirt.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32918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differently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3675888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duplicate check before the missing-value audit, so every percentage is measured once, on the final row 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Khalid Al Dosari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Airbnb Listings — Exploratory Data Analysis</dc:title>
  <dc:subject>PptxGenJS Presentation</dc:subject>
  <dc:creator>Khalid Al Dosari</dc:creator>
  <cp:lastModifiedBy>Khalid Al Dosari</cp:lastModifiedBy>
  <cp:revision>1</cp:revision>
  <dcterms:created xsi:type="dcterms:W3CDTF">2026-07-30T13:54:50Z</dcterms:created>
  <dcterms:modified xsi:type="dcterms:W3CDTF">2026-07-30T13:54:50Z</dcterms:modified>
</cp:coreProperties>
</file>